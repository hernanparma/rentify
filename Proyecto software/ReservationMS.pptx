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layfair Displ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fairDisplay-regular.fntdata"/><Relationship Id="rId14" Type="http://schemas.openxmlformats.org/officeDocument/2006/relationships/slide" Target="slides/slide9.xml"/><Relationship Id="rId17" Type="http://schemas.openxmlformats.org/officeDocument/2006/relationships/font" Target="fonts/PlayfairDisplay-italic.fntdata"/><Relationship Id="rId16" Type="http://schemas.openxmlformats.org/officeDocument/2006/relationships/font" Target="fonts/PlayfairDispl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PlayfairDispl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56fcf76e8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56fcf76e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6fcf76e8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6fcf76e8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6fcf76e8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6fcf76e8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4014bf7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4014bf7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6fcf76e81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6fcf76e8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6fcf76e81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6fcf76e8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6fcf76e8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6fcf76e8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6fcf76e8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6fcf76e8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s-419"/>
              <a:t>ReservationMS</a:t>
            </a:r>
            <a:endParaRPr/>
          </a:p>
        </p:txBody>
      </p:sp>
      <p:sp>
        <p:nvSpPr>
          <p:cNvPr id="69" name="Google Shape;69;p13"/>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s-419"/>
              <a:t>generador de reservas </a:t>
            </a:r>
            <a:r>
              <a:rPr lang="es-419"/>
              <a:t>fácil</a:t>
            </a:r>
            <a:r>
              <a:rPr lang="es-419"/>
              <a:t> de implementar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¿Por que se necesitan registrar las Reservas?</a:t>
            </a:r>
            <a:endParaRPr/>
          </a:p>
        </p:txBody>
      </p:sp>
      <p:sp>
        <p:nvSpPr>
          <p:cNvPr id="75" name="Google Shape;75;p14"/>
          <p:cNvSpPr txBox="1"/>
          <p:nvPr>
            <p:ph idx="1" type="body"/>
          </p:nvPr>
        </p:nvSpPr>
        <p:spPr>
          <a:xfrm>
            <a:off x="311700" y="1417800"/>
            <a:ext cx="31737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Para la renta de </a:t>
            </a:r>
            <a:r>
              <a:rPr lang="es-419"/>
              <a:t>vehículos</a:t>
            </a:r>
            <a:r>
              <a:rPr lang="es-419"/>
              <a:t> por parte de los clientes se necesita mantener un orden y control para lo que las reservas es muy </a:t>
            </a:r>
            <a:r>
              <a:rPr lang="es-419"/>
              <a:t>útil</a:t>
            </a:r>
            <a:r>
              <a:rPr lang="es-419"/>
              <a:t> facilitando el flujo entre cada pedido de los clientes</a:t>
            </a:r>
            <a:endParaRPr/>
          </a:p>
        </p:txBody>
      </p:sp>
      <p:pic>
        <p:nvPicPr>
          <p:cNvPr id="76" name="Google Shape;76;p14"/>
          <p:cNvPicPr preferRelativeResize="0"/>
          <p:nvPr/>
        </p:nvPicPr>
        <p:blipFill>
          <a:blip r:embed="rId3">
            <a:alphaModFix/>
          </a:blip>
          <a:stretch>
            <a:fillRect/>
          </a:stretch>
        </p:blipFill>
        <p:spPr>
          <a:xfrm>
            <a:off x="4327975" y="1417800"/>
            <a:ext cx="4504325" cy="3150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Funcionalidades del MicroServicio de Reservas</a:t>
            </a:r>
            <a:endParaRPr/>
          </a:p>
        </p:txBody>
      </p:sp>
      <p:sp>
        <p:nvSpPr>
          <p:cNvPr id="82" name="Google Shape;82;p15"/>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-Crear Reserva</a:t>
            </a:r>
            <a:endParaRPr/>
          </a:p>
          <a:p>
            <a:pPr indent="0" lvl="0" marL="0" rtl="0" algn="l">
              <a:spcBef>
                <a:spcPts val="1200"/>
              </a:spcBef>
              <a:spcAft>
                <a:spcPts val="0"/>
              </a:spcAft>
              <a:buNone/>
            </a:pPr>
            <a:r>
              <a:rPr lang="es-419"/>
              <a:t>-Actualizar Reserva</a:t>
            </a:r>
            <a:endParaRPr/>
          </a:p>
          <a:p>
            <a:pPr indent="0" lvl="0" marL="0" rtl="0" algn="l">
              <a:spcBef>
                <a:spcPts val="1200"/>
              </a:spcBef>
              <a:spcAft>
                <a:spcPts val="0"/>
              </a:spcAft>
              <a:buNone/>
            </a:pPr>
            <a:r>
              <a:rPr lang="es-419"/>
              <a:t>-Borrar Reserva</a:t>
            </a:r>
            <a:endParaRPr/>
          </a:p>
          <a:p>
            <a:pPr indent="0" lvl="0" marL="0" rtl="0" algn="l">
              <a:spcBef>
                <a:spcPts val="1200"/>
              </a:spcBef>
              <a:spcAft>
                <a:spcPts val="0"/>
              </a:spcAft>
              <a:buNone/>
            </a:pPr>
            <a:r>
              <a:rPr lang="es-419"/>
              <a:t>-Obtener reserva por ID</a:t>
            </a:r>
            <a:endParaRPr/>
          </a:p>
          <a:p>
            <a:pPr indent="0" lvl="0" marL="0" rtl="0" algn="l">
              <a:spcBef>
                <a:spcPts val="1200"/>
              </a:spcBef>
              <a:spcAft>
                <a:spcPts val="0"/>
              </a:spcAft>
              <a:buNone/>
            </a:pPr>
            <a:r>
              <a:rPr lang="es-419"/>
              <a:t>-Obtener TODAS las reservas</a:t>
            </a:r>
            <a:endParaRPr/>
          </a:p>
          <a:p>
            <a:pPr indent="0" lvl="0" marL="0" rtl="0" algn="l">
              <a:spcBef>
                <a:spcPts val="1200"/>
              </a:spcBef>
              <a:spcAft>
                <a:spcPts val="1200"/>
              </a:spcAft>
              <a:buNone/>
            </a:pPr>
            <a:r>
              <a:rPr lang="es-419"/>
              <a:t>-Actualizar estado de la reserva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00" y="372725"/>
            <a:ext cx="8520600" cy="645000"/>
          </a:xfrm>
          <a:prstGeom prst="rect">
            <a:avLst/>
          </a:prstGeom>
          <a:no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Crear Reserva</a:t>
            </a:r>
            <a:endParaRPr/>
          </a:p>
        </p:txBody>
      </p:sp>
      <p:sp>
        <p:nvSpPr>
          <p:cNvPr id="88" name="Google Shape;88;p16"/>
          <p:cNvSpPr txBox="1"/>
          <p:nvPr>
            <p:ph idx="1" type="body"/>
          </p:nvPr>
        </p:nvSpPr>
        <p:spPr>
          <a:xfrm>
            <a:off x="311700" y="1417800"/>
            <a:ext cx="4527300" cy="3522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419"/>
              <a:t>Para la </a:t>
            </a:r>
            <a:r>
              <a:rPr lang="es-419"/>
              <a:t>creación</a:t>
            </a:r>
            <a:r>
              <a:rPr lang="es-419"/>
              <a:t> de la reserva se tienen en cuenta tanto:</a:t>
            </a:r>
            <a:endParaRPr/>
          </a:p>
          <a:p>
            <a:pPr indent="0" lvl="0" marL="0" rtl="0" algn="l">
              <a:spcBef>
                <a:spcPts val="1200"/>
              </a:spcBef>
              <a:spcAft>
                <a:spcPts val="0"/>
              </a:spcAft>
              <a:buNone/>
            </a:pPr>
            <a:r>
              <a:rPr lang="es-419"/>
              <a:t>-Id de Reserva (Generado </a:t>
            </a:r>
            <a:r>
              <a:rPr lang="es-419"/>
              <a:t>automáticamente</a:t>
            </a:r>
            <a:r>
              <a:rPr lang="es-419"/>
              <a:t>)</a:t>
            </a:r>
            <a:endParaRPr/>
          </a:p>
          <a:p>
            <a:pPr indent="0" lvl="0" marL="0" rtl="0" algn="l">
              <a:spcBef>
                <a:spcPts val="1200"/>
              </a:spcBef>
              <a:spcAft>
                <a:spcPts val="0"/>
              </a:spcAft>
              <a:buNone/>
            </a:pPr>
            <a:r>
              <a:rPr lang="es-419"/>
              <a:t>-Id del </a:t>
            </a:r>
            <a:r>
              <a:rPr lang="es-419"/>
              <a:t>Vehículo</a:t>
            </a:r>
            <a:endParaRPr/>
          </a:p>
          <a:p>
            <a:pPr indent="0" lvl="0" marL="0" rtl="0" algn="l">
              <a:spcBef>
                <a:spcPts val="1200"/>
              </a:spcBef>
              <a:spcAft>
                <a:spcPts val="0"/>
              </a:spcAft>
              <a:buNone/>
            </a:pPr>
            <a:r>
              <a:rPr lang="es-419"/>
              <a:t>-Id del estado de la reserva</a:t>
            </a:r>
            <a:endParaRPr/>
          </a:p>
          <a:p>
            <a:pPr indent="0" lvl="0" marL="0" rtl="0" algn="l">
              <a:spcBef>
                <a:spcPts val="1200"/>
              </a:spcBef>
              <a:spcAft>
                <a:spcPts val="0"/>
              </a:spcAft>
              <a:buNone/>
            </a:pPr>
            <a:r>
              <a:rPr lang="es-419"/>
              <a:t>-Id del Usuario</a:t>
            </a:r>
            <a:endParaRPr/>
          </a:p>
          <a:p>
            <a:pPr indent="0" lvl="0" marL="0" rtl="0" algn="l">
              <a:spcBef>
                <a:spcPts val="1200"/>
              </a:spcBef>
              <a:spcAft>
                <a:spcPts val="0"/>
              </a:spcAft>
              <a:buNone/>
            </a:pPr>
            <a:r>
              <a:rPr lang="es-419"/>
              <a:t>-Id del local donde se </a:t>
            </a:r>
            <a:r>
              <a:rPr lang="es-419"/>
              <a:t>retiró</a:t>
            </a:r>
            <a:r>
              <a:rPr lang="es-419"/>
              <a:t> el </a:t>
            </a:r>
            <a:r>
              <a:rPr lang="es-419"/>
              <a:t>vehículo</a:t>
            </a:r>
            <a:endParaRPr/>
          </a:p>
          <a:p>
            <a:pPr indent="0" lvl="0" marL="0" rtl="0" algn="l">
              <a:spcBef>
                <a:spcPts val="1200"/>
              </a:spcBef>
              <a:spcAft>
                <a:spcPts val="0"/>
              </a:spcAft>
              <a:buNone/>
            </a:pPr>
            <a:r>
              <a:rPr lang="es-419"/>
              <a:t>-id del local donde se </a:t>
            </a:r>
            <a:r>
              <a:rPr lang="es-419"/>
              <a:t>dejó</a:t>
            </a:r>
            <a:r>
              <a:rPr lang="es-419"/>
              <a:t> el </a:t>
            </a:r>
            <a:r>
              <a:rPr lang="es-419"/>
              <a:t>vehículo</a:t>
            </a:r>
            <a:endParaRPr/>
          </a:p>
          <a:p>
            <a:pPr indent="0" lvl="0" marL="0" rtl="0" algn="l">
              <a:spcBef>
                <a:spcPts val="1200"/>
              </a:spcBef>
              <a:spcAft>
                <a:spcPts val="0"/>
              </a:spcAft>
              <a:buNone/>
            </a:pPr>
            <a:r>
              <a:rPr lang="es-419"/>
              <a:t>-Fecha de </a:t>
            </a:r>
            <a:r>
              <a:rPr lang="es-419"/>
              <a:t>emisión</a:t>
            </a:r>
            <a:r>
              <a:rPr lang="es-419"/>
              <a:t> de reserva</a:t>
            </a:r>
            <a:endParaRPr/>
          </a:p>
          <a:p>
            <a:pPr indent="0" lvl="0" marL="0" rtl="0" algn="l">
              <a:spcBef>
                <a:spcPts val="1200"/>
              </a:spcBef>
              <a:spcAft>
                <a:spcPts val="0"/>
              </a:spcAft>
              <a:buNone/>
            </a:pPr>
            <a:r>
              <a:rPr lang="es-419"/>
              <a:t>-Hora de inicio de recorrido</a:t>
            </a:r>
            <a:endParaRPr/>
          </a:p>
          <a:p>
            <a:pPr indent="0" lvl="0" marL="0" rtl="0" algn="l">
              <a:spcBef>
                <a:spcPts val="1200"/>
              </a:spcBef>
              <a:spcAft>
                <a:spcPts val="1200"/>
              </a:spcAft>
              <a:buNone/>
            </a:pPr>
            <a:r>
              <a:rPr lang="es-419"/>
              <a:t>-Hora de </a:t>
            </a:r>
            <a:r>
              <a:rPr lang="es-419"/>
              <a:t>finalización</a:t>
            </a:r>
            <a:r>
              <a:rPr lang="es-419"/>
              <a:t> de recorrido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Flujo de </a:t>
            </a:r>
            <a:r>
              <a:rPr lang="es-419"/>
              <a:t>Creación</a:t>
            </a:r>
            <a:r>
              <a:rPr lang="es-419"/>
              <a:t> de una Reserva</a:t>
            </a:r>
            <a:endParaRPr/>
          </a:p>
        </p:txBody>
      </p:sp>
      <p:sp>
        <p:nvSpPr>
          <p:cNvPr id="94" name="Google Shape;94;p17"/>
          <p:cNvSpPr txBox="1"/>
          <p:nvPr>
            <p:ph idx="1" type="body"/>
          </p:nvPr>
        </p:nvSpPr>
        <p:spPr>
          <a:xfrm>
            <a:off x="311700" y="1417800"/>
            <a:ext cx="8520600" cy="3150900"/>
          </a:xfrm>
          <a:prstGeom prst="rect">
            <a:avLst/>
          </a:prstGeom>
        </p:spPr>
        <p:txBody>
          <a:bodyPr anchorCtr="0" anchor="t" bIns="91425" lIns="91425" spcFirstLastPara="1" rIns="91425" wrap="square" tIns="91425">
            <a:normAutofit fontScale="62500" lnSpcReduction="20000"/>
          </a:bodyPr>
          <a:lstStyle/>
          <a:p>
            <a:pPr indent="-355600" lvl="0" marL="457200" rtl="0" algn="l">
              <a:spcBef>
                <a:spcPts val="800"/>
              </a:spcBef>
              <a:spcAft>
                <a:spcPts val="0"/>
              </a:spcAft>
              <a:buSzPct val="100000"/>
              <a:buFont typeface="Arial"/>
              <a:buChar char="●"/>
            </a:pPr>
            <a:r>
              <a:rPr b="1" lang="es-419" sz="3200">
                <a:latin typeface="Arial"/>
                <a:ea typeface="Arial"/>
                <a:cs typeface="Arial"/>
                <a:sym typeface="Arial"/>
              </a:rPr>
              <a:t>1. Controller recibe CreateReservationRequest</a:t>
            </a:r>
            <a:endParaRPr b="1" sz="3200">
              <a:latin typeface="Arial"/>
              <a:ea typeface="Arial"/>
              <a:cs typeface="Arial"/>
              <a:sym typeface="Arial"/>
            </a:endParaRPr>
          </a:p>
          <a:p>
            <a:pPr indent="-355600" lvl="0" marL="457200" rtl="0" algn="l">
              <a:spcBef>
                <a:spcPts val="0"/>
              </a:spcBef>
              <a:spcAft>
                <a:spcPts val="0"/>
              </a:spcAft>
              <a:buSzPct val="100000"/>
              <a:buFont typeface="Arial"/>
              <a:buChar char="●"/>
            </a:pPr>
            <a:r>
              <a:rPr b="1" lang="es-419" sz="3200">
                <a:latin typeface="Arial"/>
                <a:ea typeface="Arial"/>
                <a:cs typeface="Arial"/>
                <a:sym typeface="Arial"/>
              </a:rPr>
              <a:t>2. Ejecuta CreateReservationCommand</a:t>
            </a:r>
            <a:endParaRPr b="1" sz="3200">
              <a:latin typeface="Arial"/>
              <a:ea typeface="Arial"/>
              <a:cs typeface="Arial"/>
              <a:sym typeface="Arial"/>
            </a:endParaRPr>
          </a:p>
          <a:p>
            <a:pPr indent="0" lvl="0" marL="0" rtl="0" algn="l">
              <a:spcBef>
                <a:spcPts val="800"/>
              </a:spcBef>
              <a:spcAft>
                <a:spcPts val="0"/>
              </a:spcAft>
              <a:buNone/>
            </a:pPr>
            <a:r>
              <a:rPr b="1" lang="es-419" sz="3200">
                <a:latin typeface="Arial"/>
                <a:ea typeface="Arial"/>
                <a:cs typeface="Arial"/>
                <a:sym typeface="Arial"/>
              </a:rPr>
              <a:t>        •   - Valida VehicleService</a:t>
            </a:r>
            <a:endParaRPr b="1" sz="3200">
              <a:latin typeface="Arial"/>
              <a:ea typeface="Arial"/>
              <a:cs typeface="Arial"/>
              <a:sym typeface="Arial"/>
            </a:endParaRPr>
          </a:p>
          <a:p>
            <a:pPr indent="0" lvl="0" marL="0" rtl="0" algn="l">
              <a:spcBef>
                <a:spcPts val="800"/>
              </a:spcBef>
              <a:spcAft>
                <a:spcPts val="0"/>
              </a:spcAft>
              <a:buNone/>
            </a:pPr>
            <a:r>
              <a:rPr b="1" lang="es-419" sz="3200">
                <a:latin typeface="Arial"/>
                <a:ea typeface="Arial"/>
                <a:cs typeface="Arial"/>
                <a:sym typeface="Arial"/>
              </a:rPr>
              <a:t>        •   - Valida UserService</a:t>
            </a:r>
            <a:endParaRPr b="1" sz="3200">
              <a:latin typeface="Arial"/>
              <a:ea typeface="Arial"/>
              <a:cs typeface="Arial"/>
              <a:sym typeface="Arial"/>
            </a:endParaRPr>
          </a:p>
          <a:p>
            <a:pPr indent="0" lvl="0" marL="0" rtl="0" algn="l">
              <a:spcBef>
                <a:spcPts val="800"/>
              </a:spcBef>
              <a:spcAft>
                <a:spcPts val="0"/>
              </a:spcAft>
              <a:buNone/>
            </a:pPr>
            <a:r>
              <a:rPr b="1" lang="es-419" sz="3200">
                <a:latin typeface="Arial"/>
                <a:ea typeface="Arial"/>
                <a:cs typeface="Arial"/>
                <a:sym typeface="Arial"/>
              </a:rPr>
              <a:t>        •   - Valida BranchOfficeService</a:t>
            </a:r>
            <a:endParaRPr b="1" sz="3200">
              <a:latin typeface="Arial"/>
              <a:ea typeface="Arial"/>
              <a:cs typeface="Arial"/>
              <a:sym typeface="Arial"/>
            </a:endParaRPr>
          </a:p>
          <a:p>
            <a:pPr indent="-355600" lvl="0" marL="457200" rtl="0" algn="l">
              <a:spcBef>
                <a:spcPts val="800"/>
              </a:spcBef>
              <a:spcAft>
                <a:spcPts val="0"/>
              </a:spcAft>
              <a:buSzPct val="100000"/>
              <a:buFont typeface="Arial"/>
              <a:buChar char="●"/>
            </a:pPr>
            <a:r>
              <a:rPr b="1" lang="es-419" sz="3200">
                <a:latin typeface="Arial"/>
                <a:ea typeface="Arial"/>
                <a:cs typeface="Arial"/>
                <a:sym typeface="Arial"/>
              </a:rPr>
              <a:t>3</a:t>
            </a:r>
            <a:r>
              <a:rPr b="1" lang="es-419" sz="3200">
                <a:latin typeface="Arial"/>
                <a:ea typeface="Arial"/>
                <a:cs typeface="Arial"/>
                <a:sym typeface="Arial"/>
              </a:rPr>
              <a:t>. Mapea entidad Reservation</a:t>
            </a:r>
            <a:r>
              <a:rPr b="1" lang="es-419" sz="3200">
                <a:latin typeface="Arial"/>
                <a:ea typeface="Arial"/>
                <a:cs typeface="Arial"/>
                <a:sym typeface="Arial"/>
              </a:rPr>
              <a:t> </a:t>
            </a:r>
            <a:endParaRPr b="1" sz="3200">
              <a:latin typeface="Arial"/>
              <a:ea typeface="Arial"/>
              <a:cs typeface="Arial"/>
              <a:sym typeface="Arial"/>
            </a:endParaRPr>
          </a:p>
          <a:p>
            <a:pPr indent="-355600" lvl="0" marL="457200" rtl="0" algn="l">
              <a:spcBef>
                <a:spcPts val="0"/>
              </a:spcBef>
              <a:spcAft>
                <a:spcPts val="0"/>
              </a:spcAft>
              <a:buSzPct val="100000"/>
              <a:buFont typeface="Arial"/>
              <a:buChar char="●"/>
            </a:pPr>
            <a:r>
              <a:rPr b="1" lang="es-419" sz="3200">
                <a:latin typeface="Arial"/>
                <a:ea typeface="Arial"/>
                <a:cs typeface="Arial"/>
                <a:sym typeface="Arial"/>
              </a:rPr>
              <a:t>•4. Guarda vía IReservationRepository</a:t>
            </a:r>
            <a:endParaRPr b="1" sz="3200">
              <a:latin typeface="Arial"/>
              <a:ea typeface="Arial"/>
              <a:cs typeface="Arial"/>
              <a:sym typeface="Arial"/>
            </a:endParaRPr>
          </a:p>
          <a:p>
            <a:pPr indent="-355600" lvl="0" marL="457200" rtl="0" algn="l">
              <a:spcBef>
                <a:spcPts val="0"/>
              </a:spcBef>
              <a:spcAft>
                <a:spcPts val="0"/>
              </a:spcAft>
              <a:buSzPct val="100000"/>
              <a:buFont typeface="Arial"/>
              <a:buChar char="●"/>
            </a:pPr>
            <a:r>
              <a:rPr b="1" lang="es-419" sz="3200">
                <a:latin typeface="Arial"/>
                <a:ea typeface="Arial"/>
                <a:cs typeface="Arial"/>
                <a:sym typeface="Arial"/>
              </a:rPr>
              <a:t>•5. Devuelve ReservationResponse</a:t>
            </a:r>
            <a:endParaRPr b="1" sz="32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Agregar Reserva</a:t>
            </a:r>
            <a:endParaRPr/>
          </a:p>
        </p:txBody>
      </p:sp>
      <p:sp>
        <p:nvSpPr>
          <p:cNvPr id="100" name="Google Shape;100;p18"/>
          <p:cNvSpPr txBox="1"/>
          <p:nvPr>
            <p:ph idx="1" type="body"/>
          </p:nvPr>
        </p:nvSpPr>
        <p:spPr>
          <a:xfrm>
            <a:off x="311700" y="1417800"/>
            <a:ext cx="3850500" cy="3150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419"/>
              <a:t>Una vez validadas todas las entidades involucradas (Usuario, Vehículo, Sucursal), la reserva es persistida en la base de datos mediante el repositorio. Luego, se genera una respuesta de confirmación con los datos completos de la reserva, incluyendo su ID generado automáticamente.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Actualizar Reserva</a:t>
            </a:r>
            <a:endParaRPr/>
          </a:p>
        </p:txBody>
      </p:sp>
      <p:sp>
        <p:nvSpPr>
          <p:cNvPr id="106" name="Google Shape;106;p19"/>
          <p:cNvSpPr txBox="1"/>
          <p:nvPr>
            <p:ph idx="1" type="body"/>
          </p:nvPr>
        </p:nvSpPr>
        <p:spPr>
          <a:xfrm>
            <a:off x="311700" y="1417800"/>
            <a:ext cx="4126800" cy="315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actualización permite modificar los datos de una reserva existente. Se valida que la reserva esté activa y que los cambios sean válidos (horarios, vehículos disponibles, sucursales correctas). Luego se persisten los cambios y se devuelve una respuesta actualizada.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Borrar Reserva</a:t>
            </a:r>
            <a:endParaRPr/>
          </a:p>
        </p:txBody>
      </p:sp>
      <p:sp>
        <p:nvSpPr>
          <p:cNvPr id="112" name="Google Shape;112;p20"/>
          <p:cNvSpPr txBox="1"/>
          <p:nvPr>
            <p:ph idx="1" type="body"/>
          </p:nvPr>
        </p:nvSpPr>
        <p:spPr>
          <a:xfrm>
            <a:off x="311700" y="1417800"/>
            <a:ext cx="53433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eliminar una reserva, se verifica que su estado permita la eliminación (por ejemplo, que no haya sido usada o esté activa). Luego se procede a marcarla como eliminada en la base de datos o directamente se elimina si el sistema lo permite.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Obtener Id de Reserva</a:t>
            </a:r>
            <a:endParaRPr/>
          </a:p>
        </p:txBody>
      </p:sp>
      <p:sp>
        <p:nvSpPr>
          <p:cNvPr id="118" name="Google Shape;118;p21"/>
          <p:cNvSpPr txBox="1"/>
          <p:nvPr>
            <p:ph idx="1" type="body"/>
          </p:nvPr>
        </p:nvSpPr>
        <p:spPr>
          <a:xfrm>
            <a:off x="311700" y="1417800"/>
            <a:ext cx="45462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Permite buscar una reserva específica a partir de su identificador único. El sistema verifica su existencia y devuelve los detalles completos (usuario, vehículo, horarios, estado y sucursales asociadas).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